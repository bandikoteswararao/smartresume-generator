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itsguntur.ac.in/kits.ph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Resume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5490"/>
            <a:ext cx="6400800" cy="2705621"/>
          </a:xfrm>
        </p:spPr>
        <p:txBody>
          <a:bodyPr>
            <a:normAutofit fontScale="77500" lnSpcReduction="20000"/>
          </a:bodyPr>
          <a:lstStyle/>
          <a:p>
            <a:r>
              <a:rPr dirty="0">
                <a:solidFill>
                  <a:srgbClr val="FF0000"/>
                </a:solidFill>
              </a:rPr>
              <a:t>An </a:t>
            </a:r>
            <a:r>
              <a:rPr dirty="0" smtClean="0">
                <a:solidFill>
                  <a:srgbClr val="FF0000"/>
                </a:solidFill>
              </a:rPr>
              <a:t>Automated </a:t>
            </a:r>
            <a:r>
              <a:rPr dirty="0">
                <a:solidFill>
                  <a:srgbClr val="FF0000"/>
                </a:solidFill>
              </a:rPr>
              <a:t>Resume Creation </a:t>
            </a:r>
            <a:r>
              <a:rPr dirty="0" smtClean="0">
                <a:solidFill>
                  <a:srgbClr val="FF0000"/>
                </a:solidFill>
              </a:rPr>
              <a:t>Tool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Team Members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1.B.koteswara </a:t>
            </a:r>
            <a:r>
              <a:rPr lang="en-US" dirty="0" err="1">
                <a:solidFill>
                  <a:srgbClr val="0070C0"/>
                </a:solidFill>
              </a:rPr>
              <a:t>R</a:t>
            </a:r>
            <a:r>
              <a:rPr lang="en-US" dirty="0" err="1" smtClean="0">
                <a:solidFill>
                  <a:srgbClr val="0070C0"/>
                </a:solidFill>
              </a:rPr>
              <a:t>ao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smtClean="0">
                <a:solidFill>
                  <a:srgbClr val="0070C0"/>
                </a:solidFill>
              </a:rPr>
              <a:t>2.B.Lokeshwarrao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3.B.Anvesh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4.CH.Praveen Kumar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5.A.Kumar</a:t>
            </a:r>
          </a:p>
          <a:p>
            <a:endParaRPr dirty="0"/>
          </a:p>
        </p:txBody>
      </p:sp>
      <p:pic>
        <p:nvPicPr>
          <p:cNvPr id="4" name="Picture 2" descr="logo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425" y="1060753"/>
            <a:ext cx="2016224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logo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70" y="1108379"/>
            <a:ext cx="4496544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Resume Generator is a tool that helps users create professional resumes quickly and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Saves time</a:t>
            </a:r>
          </a:p>
          <a:p>
            <a:r>
              <a:t>- Ensures professional formatting</a:t>
            </a:r>
          </a:p>
          <a:p>
            <a:r>
              <a:t>- Helps users highlight key skills</a:t>
            </a:r>
          </a:p>
          <a:p>
            <a:r>
              <a:t>- Increases chances of getting hired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inputs personal details</a:t>
            </a:r>
          </a:p>
          <a:p>
            <a:r>
              <a:t>2. Selects a template</a:t>
            </a:r>
          </a:p>
          <a:p>
            <a:r>
              <a:t>3. Customizes sections</a:t>
            </a:r>
          </a:p>
          <a:p>
            <a:r>
              <a:t>4. Generates and downloads the resume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Multiple templates</a:t>
            </a:r>
          </a:p>
          <a:p>
            <a:r>
              <a:t>- AI-powered suggestions</a:t>
            </a:r>
          </a:p>
          <a:p>
            <a:r>
              <a:t>- Export in PDF &amp; DOCX</a:t>
            </a:r>
          </a:p>
          <a:p>
            <a:r>
              <a:t>- Editable sections</a:t>
            </a:r>
          </a:p>
          <a:p>
            <a:r>
              <a:t>- Online accessibility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Backend: Python, Flask/Django</a:t>
            </a:r>
          </a:p>
          <a:p>
            <a:r>
              <a:t>- Frontend: HTML, CSS, JavaScript</a:t>
            </a:r>
          </a:p>
          <a:p>
            <a:r>
              <a:t>- Database: MySQL/MongoDB</a:t>
            </a:r>
          </a:p>
          <a:p>
            <a:r>
              <a:t>- API Integration for AI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Job seekers</a:t>
            </a:r>
          </a:p>
          <a:p>
            <a:r>
              <a:t>- Students &amp; fresh graduates</a:t>
            </a:r>
          </a:p>
          <a:p>
            <a:r>
              <a:t>- Professionals looking for career change</a:t>
            </a:r>
          </a:p>
          <a:p>
            <a:r>
              <a:t>- HR &amp; recruiters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(If applicable)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Demonstration of how to create a resume using the generator.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AI-based resume optimization</a:t>
            </a:r>
          </a:p>
          <a:p>
            <a:r>
              <a:t>- Integration with job portals</a:t>
            </a:r>
          </a:p>
          <a:p>
            <a:r>
              <a:t>- Mobile app version</a:t>
            </a:r>
          </a:p>
          <a:p>
            <a:r>
              <a:t>- Resume tracking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Generators simplify resume creation and improve job application success rates.</a:t>
            </a:r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198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Resume Generator</vt:lpstr>
      <vt:lpstr>Introduction</vt:lpstr>
      <vt:lpstr>Purpose &amp; Benefits</vt:lpstr>
      <vt:lpstr>How It Works</vt:lpstr>
      <vt:lpstr>Features</vt:lpstr>
      <vt:lpstr>Technology Used</vt:lpstr>
      <vt:lpstr>Target Audience</vt:lpstr>
      <vt:lpstr>Live Demo (If applicable)</vt:lpstr>
      <vt:lpstr>Future Enhancements</vt:lpstr>
      <vt:lpstr>Conclusion &amp; Q&amp;A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Generator</dc:title>
  <dc:creator>HP</dc:creator>
  <dc:description>generated using python-pptx</dc:description>
  <cp:lastModifiedBy>HP</cp:lastModifiedBy>
  <cp:revision>3</cp:revision>
  <dcterms:created xsi:type="dcterms:W3CDTF">2013-01-27T09:14:16Z</dcterms:created>
  <dcterms:modified xsi:type="dcterms:W3CDTF">2025-02-12T07:11:00Z</dcterms:modified>
</cp:coreProperties>
</file>